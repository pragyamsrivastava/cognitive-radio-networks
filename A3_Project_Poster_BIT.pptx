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4662404" cy="10234879"/>
          </a:xfrm>
          <a:prstGeom prst="rect">
            <a:avLst/>
          </a:prstGeom>
          <a:noFill/>
          <a:ln w="38100">
            <a:solidFill>
              <a:srgbClr val="10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40223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6B3C"/>
                </a:solidFill>
              </a:defRPr>
            </a:pPr>
            <a:r>
              <a:t>BANGALORE INSTITUTE OF TECHNOLOGY</a:t>
            </a:r>
          </a:p>
          <a:p>
            <a:pPr algn="ctr">
              <a:defRPr sz="1100" b="1">
                <a:solidFill>
                  <a:srgbClr val="475569"/>
                </a:solidFill>
              </a:defRPr>
            </a:pPr>
            <a:r>
              <a:t>Institution of Rajya Vokkaligara Sangha  |  An Autonomous Institution under VTU  |  Dept. of Electronics &amp; Telecommunication Engineering</a:t>
            </a:r>
          </a:p>
        </p:txBody>
      </p:sp>
      <p:sp>
        <p:nvSpPr>
          <p:cNvPr id="5" name="Pentagon 4"/>
          <p:cNvSpPr/>
          <p:nvPr/>
        </p:nvSpPr>
        <p:spPr>
          <a:xfrm>
            <a:off x="5029200" y="1097280"/>
            <a:ext cx="5061204" cy="411480"/>
          </a:xfrm>
          <a:prstGeom prst="homePlate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PROJECT POSTER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402232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Title: Analyzing Cooperative Spectrum Sensing Using Machine Learning for Cognitive Radio Networks</a:t>
            </a:r>
          </a:p>
          <a:p>
            <a:pPr>
              <a:defRPr sz="1050" b="1">
                <a:solidFill>
                  <a:srgbClr val="106B3C"/>
                </a:solidFill>
              </a:defRPr>
            </a:pPr>
            <a:r>
              <a:t>Focus: AI-Driven Spectrogram Classification (CNN), Spatial Decision Fusion (OR / Majority Rules) &amp; Real RTL-SDR Hardware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3840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Project ID: G10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450592"/>
            <a:ext cx="1009040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Team Members: Sangeetha, Pragyam Srivastava, Amoghapriya R B, Rachana M N  |  Guide: Prof. Asha 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45262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74720"/>
            <a:ext cx="4306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Synthetic Signal Synthesis: Generate raw complex IQ datasets for 4 modulation types (AM, FM, BPSK, QPSK) across -20 dB to +20 dB SNR with AWGN.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Time-Frequency Conversion: Implement STFT to convert 1D time signals into normalized 2D Spectrogram images (64x64).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Deep CNN Architecture: Train a 4-block PyTorch CNN for modulation classification and Occupied/Vacant state detection.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Cooperative Decision Fusion: Build a 3-Node Fusion Center executing OR and Majority Voting rules to overcome fading blind spots.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Hardware-In-The-Loop: Validate over-the-air signal detection using physical RTL-SDR receiver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3063240"/>
            <a:ext cx="45262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94376" y="3063240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474720"/>
            <a:ext cx="4306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Spectrum Paradox: Over 70% of licensed radio spectrum sits temporarily idle (White Spaces), despite severe artificial spectrum scarcity.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Cognitive Radio Networks (CRN): Enables unlicensed Secondary Users (SUs) to opportunistically access vacant channels without causing interference.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Flaw of Classical Energy Detectors: Vulnerable to noise uncertainty at low SNR (&lt; -5 dB) and cannot identify signal modulation types.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Hidden Node Problem: Multipath fading and physical shadowing can block a single sensor, causing transmission collisions with Primary Users (PUs).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Our Solution: Combining Deep Learning (CNN) on 2D Spectrograms with 3-Node Cooperative Spatial Diversity (Fusion Center).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0112" y="3063240"/>
            <a:ext cx="45262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40112" y="3063240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Methodology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474720"/>
            <a:ext cx="4306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• 1. IQ Signal Generation: SciPy synthesis of DSB-FC AM, wideband FM (75 kHz dev), and RRC-filtered BPSK/QPSK (roll-off 0.35).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• 2. STFT Processing: Windowed FFT (Hann, N=64, overlap=48) -&gt; Power Spectral Density (PSD) -&gt; Min-Max scaled to [0, 1].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• 3. PyTorch CNN Model: 4 Conv2D blocks (32-&gt;64-&gt;128-&gt;256) + BatchNorm + MaxPool -&gt; GlobalAvgPool -&gt; Dense(128) -&gt; Softmax (422K params).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• 4. Fusion Center Logic: Aggregates 3 node reports via: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   - OR Rule: Q_d = 1 - (1 - P_d)^3 (Maximizes PU Protection)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   - Majority Rule: Q_d = 3*P_d^2*(1 - P_d) + P_d^3 (Balanced)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• 5. Hardware Integration: pyrtlsdr reads live 1024 IQ samples from RTL2832U USB stick for real-time over-the-air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19088"/>
            <a:ext cx="45262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6419088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Figures &amp; Visual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830568"/>
            <a:ext cx="43068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21" name="Picture 20" descr="roc_coop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922008"/>
            <a:ext cx="2057400" cy="424798"/>
          </a:xfrm>
          <a:prstGeom prst="rect">
            <a:avLst/>
          </a:prstGeom>
        </p:spPr>
      </p:pic>
      <p:pic>
        <p:nvPicPr>
          <p:cNvPr id="22" name="Picture 21" descr="accuracy_vs_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922008"/>
            <a:ext cx="2057400" cy="13355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8476488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Fig 1 (Left): ROC Curves (Pd vs Pf) proving Cooperative Fusion dramatically outperforms single-node sensing at low SNR (-10 dB).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Fig 2 (Right): Classification Accuracy vs SNR demonstrating &gt;95% accuracy for AM/FM and robust performance across -20 dB to +20 dB.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94376" y="6419088"/>
            <a:ext cx="45262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94376" y="6419088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Results &amp; Experimental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6830568"/>
            <a:ext cx="43068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• Overall Model Accuracy: 71.0% across extreme SNR sweep (-20 dB to +20 dB); exceeds 95% at SNR &gt; 0 dB.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• Per-Class Performance: AM (F1 = 0.95), FM (F1 = 0.95), BPSK (F1 = 0.62, identified as digital carrier).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• Cooperative Sensing Gain: At -10 dB SNR, individual node Pd is ~50%, while OR-rule fusion boosts Pd to &gt; 85%.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• Live Hardware Validation (Fitipower FC0012 RTL-SDR):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   - 91.5 / 93.5 / 104.0 MHz: Detected FM Primary Users (OCCUPIED, 92%)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   - 98.3 MHz: Discovered Spectrum Hole / White Space (VACANT, 49.1%)</a:t>
            </a:r>
          </a:p>
          <a:p>
            <a:pPr>
              <a:spcBef>
                <a:spcPts val="250"/>
              </a:spcBef>
              <a:defRPr sz="919">
                <a:solidFill>
                  <a:srgbClr val="0F172A"/>
                </a:solidFill>
              </a:defRPr>
            </a:pPr>
            <a:r>
              <a:t>• Phase 2 Enhancements: Autonomous channel hopping, soft fusion combining, and SSDF malicious node trust defense.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40112" y="6419088"/>
            <a:ext cx="45262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40112" y="6419088"/>
            <a:ext cx="4526280" cy="384048"/>
          </a:xfrm>
          <a:prstGeom prst="roundRect">
            <a:avLst/>
          </a:prstGeom>
          <a:solidFill>
            <a:srgbClr val="1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Conclusion &amp; Acknowledgement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6830568"/>
            <a:ext cx="43068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Conclusion: Successfully demonstrated that Deep Learning (CNN) + Cooperative Fusion effectively detects Primary Users and harvests White Spaces in real time.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Future Scope: Full-duplex secondary transmission via HackRF/USRP, Deep Q-Learning (DRL) for predictive frequency hopping, and soft Likelihood Ratio fusion.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Acknowledgement: We express our sincere gratitude to Bangalore Institute of Technology (BIT) for laboratory resources, our guide Prof. Asha R, and the Department of Electronics &amp; Telecommunication Engineering for their invaluable support.</a:t>
            </a:r>
          </a:p>
          <a:p>
            <a:pPr>
              <a:spcBef>
                <a:spcPts val="300"/>
              </a:spcBef>
              <a:defRPr sz="900">
                <a:solidFill>
                  <a:srgbClr val="0F172A"/>
                </a:solidFill>
              </a:defRPr>
            </a:pPr>
            <a:r>
              <a:t>• References: [1] J. Mitola, 'Cognitive Radio: An Integrated Agent Architecture', IEEE Comm., 1999.  [2] T. O'Shea et al., 'Convolutional Radio Modulation Recognition', IEEE Trans., 2018.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9646920"/>
            <a:ext cx="14022324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6B3C"/>
                </a:solidFill>
              </a:defRPr>
            </a:pPr>
            <a:r>
              <a:t>Additional Information / Contact: Dept. of Electronics and Telecommunication Engineering, Bangalore Institute of Technology, K.R. Road, V.V. Puram, Bengaluru – 560004 | Email: project.g10.ete@bit-bangalore.edu.in | Web Dashboard: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